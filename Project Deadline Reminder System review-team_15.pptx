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7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253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443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507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312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317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819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5011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821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300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287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585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0290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1073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343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02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80241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12954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5214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0638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394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1185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9733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0739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0065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6578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30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6439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671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94EDF0A-65D0-4756-9192-EE3F8FBB61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E5BCED2A-5C21-4830-B84B-0AE24E5FE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359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1721F-4B38-BE88-7DB6-4FE5BD6CBB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Project Deadline Reminder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E4746-1956-1B82-DF33-FC72CB1B1B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By :      Jatin Ponam             2420030032</a:t>
            </a:r>
          </a:p>
          <a:p>
            <a:r>
              <a:rPr lang="en-IN" dirty="0"/>
              <a:t>            Tejaswi Priyank        2420030276</a:t>
            </a:r>
          </a:p>
          <a:p>
            <a:r>
              <a:rPr lang="en-IN" dirty="0"/>
              <a:t>            Pranay Sangam         2420090115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9365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61EC8-3892-FF66-F1E1-1D2EB5415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31800"/>
            <a:ext cx="10515600" cy="1405467"/>
          </a:xfrm>
        </p:spPr>
        <p:txBody>
          <a:bodyPr/>
          <a:lstStyle/>
          <a:p>
            <a:r>
              <a:rPr lang="en-IN" dirty="0"/>
              <a:t>Problem Statement &amp;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AF6D6-85DC-EEA9-6209-5DE0173E0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989667"/>
            <a:ext cx="10515600" cy="4099983"/>
          </a:xfrm>
        </p:spPr>
        <p:txBody>
          <a:bodyPr>
            <a:normAutofit/>
          </a:bodyPr>
          <a:lstStyle/>
          <a:p>
            <a:r>
              <a:rPr lang="en-IN" b="1" dirty="0"/>
              <a:t>Problem Statement</a:t>
            </a:r>
          </a:p>
          <a:p>
            <a:pPr lvl="0"/>
            <a:r>
              <a:rPr lang="en-IN" dirty="0"/>
              <a:t>Students have many project tasks and deadlines. </a:t>
            </a:r>
          </a:p>
          <a:p>
            <a:pPr lvl="0"/>
            <a:r>
              <a:rPr lang="en-IN" dirty="0"/>
              <a:t>It is difficult to remember every deadline. </a:t>
            </a:r>
          </a:p>
          <a:p>
            <a:pPr lvl="0"/>
            <a:r>
              <a:rPr lang="en-IN" dirty="0"/>
              <a:t>Missing deadlines can delay project completion. </a:t>
            </a:r>
          </a:p>
          <a:p>
            <a:pPr lvl="0"/>
            <a:r>
              <a:rPr lang="en-IN" dirty="0"/>
              <a:t>A simple system is needed to track tasks and deadlines.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2783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B0E56-1005-17A1-9D5F-041CFBC11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89468"/>
            <a:ext cx="10515600" cy="1422399"/>
          </a:xfrm>
        </p:spPr>
        <p:txBody>
          <a:bodyPr>
            <a:normAutofit/>
          </a:bodyPr>
          <a:lstStyle/>
          <a:p>
            <a:r>
              <a:rPr lang="en-IN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D9289-D78C-3BFC-293F-7220FCBFC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938867"/>
            <a:ext cx="10515600" cy="4150783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Add and manage projects. </a:t>
            </a:r>
          </a:p>
          <a:p>
            <a:pPr lvl="0"/>
            <a:r>
              <a:rPr lang="en-IN" dirty="0"/>
              <a:t>Add tasks with deadlines. </a:t>
            </a:r>
          </a:p>
          <a:p>
            <a:pPr lvl="0"/>
            <a:r>
              <a:rPr lang="en-IN" dirty="0"/>
              <a:t>Track task status. </a:t>
            </a:r>
          </a:p>
          <a:p>
            <a:pPr lvl="0"/>
            <a:r>
              <a:rPr lang="en-IN" dirty="0"/>
              <a:t>Remind users about upcoming deadlines. </a:t>
            </a:r>
          </a:p>
          <a:p>
            <a:pPr lvl="0"/>
            <a:r>
              <a:rPr lang="en-IN" dirty="0"/>
              <a:t>Help complete projects on time.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8117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871ED-E5ED-F53B-C8EE-C54DB19AD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23334"/>
            <a:ext cx="10515600" cy="1388533"/>
          </a:xfrm>
        </p:spPr>
        <p:txBody>
          <a:bodyPr/>
          <a:lstStyle/>
          <a:p>
            <a:r>
              <a:rPr lang="en-IN" dirty="0"/>
              <a:t>Project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C4D6F-5978-D878-5E25-64466056C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032001"/>
            <a:ext cx="10515600" cy="405765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b="1" dirty="0"/>
              <a:t>User Module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User registration and login. </a:t>
            </a:r>
          </a:p>
          <a:p>
            <a:pPr lvl="0"/>
            <a:r>
              <a:rPr lang="en-IN" b="1" dirty="0"/>
              <a:t>Project Module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Create and manage projects. </a:t>
            </a:r>
          </a:p>
          <a:p>
            <a:pPr lvl="0"/>
            <a:r>
              <a:rPr lang="en-IN" b="1" dirty="0"/>
              <a:t>Task Module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Add tasks and assign deadlines. </a:t>
            </a:r>
          </a:p>
          <a:p>
            <a:pPr lvl="0"/>
            <a:r>
              <a:rPr lang="en-IN" b="1" dirty="0"/>
              <a:t>Reminder Module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Check upcoming deadlines and send reminders. </a:t>
            </a:r>
          </a:p>
          <a:p>
            <a:pPr lvl="0"/>
            <a:r>
              <a:rPr lang="en-IN" b="1" dirty="0"/>
              <a:t>Dashboard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View pending, completed and upcoming tasks.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6808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4B75D0-D4C0-6288-6315-98DFC6811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166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648CA8-A864-AA6B-232A-681EDEB88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5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627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3F6D5-9048-D55F-ECDD-AC436F764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84200"/>
            <a:ext cx="10515600" cy="1500187"/>
          </a:xfrm>
        </p:spPr>
        <p:txBody>
          <a:bodyPr/>
          <a:lstStyle/>
          <a:p>
            <a:r>
              <a:rPr lang="en-IN" dirty="0"/>
              <a:t>Methodology Adopted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47AC1-3E49-8313-12A9-9121A8A3E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302933"/>
            <a:ext cx="10515600" cy="3786717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Requirement Analysis</a:t>
            </a:r>
            <a:r>
              <a:rPr lang="en-IN" dirty="0"/>
              <a:t> – Identify project requirements. </a:t>
            </a:r>
          </a:p>
          <a:p>
            <a:pPr lvl="0"/>
            <a:r>
              <a:rPr lang="en-IN" b="1" dirty="0"/>
              <a:t>Planning</a:t>
            </a:r>
            <a:r>
              <a:rPr lang="en-IN" dirty="0"/>
              <a:t> – Plan tasks and project activities. </a:t>
            </a:r>
          </a:p>
          <a:p>
            <a:pPr lvl="0"/>
            <a:r>
              <a:rPr lang="en-IN" b="1" dirty="0"/>
              <a:t>Design</a:t>
            </a:r>
            <a:r>
              <a:rPr lang="en-IN" dirty="0"/>
              <a:t> – Design the system and database. </a:t>
            </a:r>
          </a:p>
          <a:p>
            <a:pPr lvl="0"/>
            <a:r>
              <a:rPr lang="en-IN" b="1" dirty="0"/>
              <a:t>Development</a:t>
            </a:r>
            <a:r>
              <a:rPr lang="en-IN" dirty="0"/>
              <a:t> – Develop the project features. </a:t>
            </a:r>
          </a:p>
          <a:p>
            <a:pPr lvl="0"/>
            <a:r>
              <a:rPr lang="en-IN" b="1" dirty="0"/>
              <a:t>Testing</a:t>
            </a:r>
            <a:r>
              <a:rPr lang="en-IN" dirty="0"/>
              <a:t> – Test the system and fix errors. </a:t>
            </a:r>
          </a:p>
          <a:p>
            <a:pPr lvl="0"/>
            <a:r>
              <a:rPr lang="en-IN" b="1" dirty="0"/>
              <a:t>Review &amp; Improvement</a:t>
            </a:r>
            <a:r>
              <a:rPr lang="en-IN" dirty="0"/>
              <a:t> – Review the results and make improvements.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8512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EE9DA-4E95-30D6-8550-8ABE3F9A8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23334"/>
            <a:ext cx="10515600" cy="1591733"/>
          </a:xfrm>
        </p:spPr>
        <p:txBody>
          <a:bodyPr/>
          <a:lstStyle/>
          <a:p>
            <a:r>
              <a:rPr lang="en-IN" dirty="0"/>
              <a:t>Technical 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6DD8B-659F-62CE-79CA-E0CA3967A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362201"/>
            <a:ext cx="10515600" cy="3727450"/>
          </a:xfrm>
        </p:spPr>
        <p:txBody>
          <a:bodyPr>
            <a:normAutofit fontScale="47500" lnSpcReduction="20000"/>
          </a:bodyPr>
          <a:lstStyle/>
          <a:p>
            <a:r>
              <a:rPr lang="en-IN" b="1" dirty="0"/>
              <a:t>Technologies Used</a:t>
            </a:r>
          </a:p>
          <a:p>
            <a:pPr lvl="0"/>
            <a:r>
              <a:rPr lang="en-IN" b="1" dirty="0"/>
              <a:t>Frontend:</a:t>
            </a:r>
            <a:r>
              <a:rPr lang="en-IN" dirty="0"/>
              <a:t> HTML, CSS, JavaScript </a:t>
            </a:r>
          </a:p>
          <a:p>
            <a:pPr lvl="0"/>
            <a:r>
              <a:rPr lang="en-IN" b="1" dirty="0"/>
              <a:t>Backend:</a:t>
            </a:r>
            <a:r>
              <a:rPr lang="en-IN" dirty="0"/>
              <a:t> Java / Spring Boot </a:t>
            </a:r>
          </a:p>
          <a:p>
            <a:pPr lvl="0"/>
            <a:r>
              <a:rPr lang="en-IN" b="1" dirty="0"/>
              <a:t>Database:</a:t>
            </a:r>
            <a:r>
              <a:rPr lang="en-IN" dirty="0"/>
              <a:t> PostgreSQL </a:t>
            </a:r>
          </a:p>
          <a:p>
            <a:pPr lvl="0"/>
            <a:r>
              <a:rPr lang="en-IN" b="1" dirty="0"/>
              <a:t>API:</a:t>
            </a:r>
            <a:r>
              <a:rPr lang="en-IN" dirty="0"/>
              <a:t> REST API </a:t>
            </a:r>
          </a:p>
          <a:p>
            <a:pPr lvl="0"/>
            <a:r>
              <a:rPr lang="en-IN" b="1" dirty="0"/>
              <a:t>Development Tool:</a:t>
            </a:r>
            <a:r>
              <a:rPr lang="en-IN" dirty="0"/>
              <a:t> VS Code </a:t>
            </a:r>
          </a:p>
          <a:p>
            <a:r>
              <a:rPr lang="en-IN" b="1" dirty="0"/>
              <a:t>Main Features</a:t>
            </a:r>
          </a:p>
          <a:p>
            <a:pPr lvl="0"/>
            <a:r>
              <a:rPr lang="en-IN" dirty="0"/>
              <a:t>User Login </a:t>
            </a:r>
          </a:p>
          <a:p>
            <a:pPr lvl="0"/>
            <a:r>
              <a:rPr lang="en-IN" dirty="0"/>
              <a:t>Project Management </a:t>
            </a:r>
          </a:p>
          <a:p>
            <a:pPr lvl="0"/>
            <a:r>
              <a:rPr lang="en-IN" dirty="0"/>
              <a:t>Task Management </a:t>
            </a:r>
          </a:p>
          <a:p>
            <a:pPr lvl="0"/>
            <a:r>
              <a:rPr lang="en-IN" dirty="0"/>
              <a:t>Deadline Tracking </a:t>
            </a:r>
          </a:p>
          <a:p>
            <a:pPr lvl="0"/>
            <a:r>
              <a:rPr lang="en-IN" dirty="0"/>
              <a:t>Reminder System </a:t>
            </a:r>
          </a:p>
          <a:p>
            <a:pPr lvl="0"/>
            <a:r>
              <a:rPr lang="en-IN" dirty="0"/>
              <a:t>Task Status Update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3662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CA454-9E5C-0170-6FD3-76ECCA266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8601"/>
            <a:ext cx="10515600" cy="1346200"/>
          </a:xfrm>
        </p:spPr>
        <p:txBody>
          <a:bodyPr/>
          <a:lstStyle/>
          <a:p>
            <a:r>
              <a:rPr lang="en-IN" dirty="0"/>
              <a:t> Result &amp; 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E152E-CF58-11A0-96B5-318F6763D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828800"/>
            <a:ext cx="10515600" cy="4260851"/>
          </a:xfrm>
        </p:spPr>
        <p:txBody>
          <a:bodyPr>
            <a:normAutofit/>
          </a:bodyPr>
          <a:lstStyle/>
          <a:p>
            <a:r>
              <a:rPr lang="en-IN" b="1" dirty="0"/>
              <a:t>Result</a:t>
            </a:r>
          </a:p>
          <a:p>
            <a:pPr lvl="0"/>
            <a:r>
              <a:rPr lang="en-IN" dirty="0"/>
              <a:t>Projects and tasks are managed easily. </a:t>
            </a:r>
          </a:p>
          <a:p>
            <a:pPr lvl="0"/>
            <a:r>
              <a:rPr lang="en-IN" dirty="0"/>
              <a:t>Deadlines are tracked. </a:t>
            </a:r>
          </a:p>
          <a:p>
            <a:pPr lvl="0"/>
            <a:r>
              <a:rPr lang="en-IN" dirty="0"/>
              <a:t>Upcoming deadlines are identified. </a:t>
            </a:r>
          </a:p>
          <a:p>
            <a:pPr lvl="0"/>
            <a:r>
              <a:rPr lang="en-IN" dirty="0"/>
              <a:t>Reminders help users complete tasks on time.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0B553-1292-C45B-937D-95CAA1806801}"/>
              </a:ext>
            </a:extLst>
          </p:cNvPr>
          <p:cNvSpPr txBox="1"/>
          <p:nvPr/>
        </p:nvSpPr>
        <p:spPr>
          <a:xfrm>
            <a:off x="844550" y="43667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Future Scope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Email notifications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Mobile application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Calendar integration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Team collaboration</a:t>
            </a:r>
          </a:p>
        </p:txBody>
      </p:sp>
    </p:spTree>
    <p:extLst>
      <p:ext uri="{BB962C8B-B14F-4D97-AF65-F5344CB8AC3E}">
        <p14:creationId xmlns:p14="http://schemas.microsoft.com/office/powerpoint/2010/main" val="4238609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833C0-C3E6-D78F-9D36-AE85A9D38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7401" y="164388"/>
            <a:ext cx="4089114" cy="955496"/>
          </a:xfrm>
        </p:spPr>
        <p:txBody>
          <a:bodyPr/>
          <a:lstStyle/>
          <a:p>
            <a:r>
              <a:rPr lang="en-IN" dirty="0"/>
              <a:t>Execution 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161A1A5-A846-F0DA-0059-63A4855B3A7D}"/>
              </a:ext>
            </a:extLst>
          </p:cNvPr>
          <p:cNvSpPr>
            <a:spLocks noGrp="1" noChangeAspect="1" noChangeArrowheads="1"/>
          </p:cNvSpPr>
          <p:nvPr>
            <p:ph type="body"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F20EDF-5C4E-0B12-4321-333D33240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88" y="1306892"/>
            <a:ext cx="9876646" cy="555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08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C44C-8B3C-3C35-6B2C-2F7A6814E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D2BDE-A643-EC15-5BB6-E34AE0014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AAC4CD-14CD-3129-76A0-CBA36A4CB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6174"/>
            <a:ext cx="12179926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41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CF0E9-36A9-81E7-D182-74BB4E63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F579B-23F0-1FDA-4800-BD37D2131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57913E-2193-798A-27FF-3EF3F636A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6174"/>
            <a:ext cx="12179926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404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61E7F-D11B-44C1-BC8C-26AE39654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FD846-3F0B-12A7-A524-317522BD4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2AEBC9-FF38-F6D1-497F-21F83DF23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6174"/>
            <a:ext cx="12179926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125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7B88A-7824-AD34-8E6C-51C5DF00F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D0300-6E5B-C3DC-9AB8-370DABA55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645A2-97B6-FD3F-F9B8-5D7A88AAB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6174"/>
            <a:ext cx="12179926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431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91ECE-5BFE-B2CC-92EE-65F5680E1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7D1A8-08D5-7354-66E5-B88480516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B5D0FD-8BC2-199C-C8F5-04A707C41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6174"/>
            <a:ext cx="12179926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335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2AEEE-501F-A2FD-A668-0F02DAB04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4875A-F593-5E14-1BED-BD5331806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F258B3-D85B-5C36-01EB-AE20DE8E52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6174"/>
            <a:ext cx="12179926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921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90FBD-0428-857C-1740-5BF75AD9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5A031-7118-04B8-3706-302771AE9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B3DDD7-4073-6CA1-07E7-8211F038E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6174"/>
            <a:ext cx="12179926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360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BF3E8-4E93-E6B8-E566-4B3E8FEDB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9D019-CC29-AD33-5CCF-93B9CFB61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D14CBE-D821-B01E-EFE5-376FABBB2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-4100"/>
            <a:ext cx="12179926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537037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16</TotalTime>
  <Words>263</Words>
  <Application>Microsoft Office PowerPoint</Application>
  <PresentationFormat>Widescreen</PresentationFormat>
  <Paragraphs>60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Neue Haas Grotesk Text Pro</vt:lpstr>
      <vt:lpstr>Dune</vt:lpstr>
      <vt:lpstr>Project Deadline Reminder System</vt:lpstr>
      <vt:lpstr>Problem Statement &amp; Objectives</vt:lpstr>
      <vt:lpstr>Objectives</vt:lpstr>
      <vt:lpstr>Project Design</vt:lpstr>
      <vt:lpstr>PowerPoint Presentation</vt:lpstr>
      <vt:lpstr>PowerPoint Presentation</vt:lpstr>
      <vt:lpstr>Methodology Adopted</vt:lpstr>
      <vt:lpstr>Technical Implementation</vt:lpstr>
      <vt:lpstr> Result &amp; Future Scope</vt:lpstr>
      <vt:lpstr>Execution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ALURU SRI TEJASWI PRIYANK 2420030276</dc:creator>
  <cp:lastModifiedBy>Always watching you</cp:lastModifiedBy>
  <cp:revision>3</cp:revision>
  <dcterms:created xsi:type="dcterms:W3CDTF">2026-09-21T16:42:24Z</dcterms:created>
  <dcterms:modified xsi:type="dcterms:W3CDTF">2026-09-22T06:53:31Z</dcterms:modified>
</cp:coreProperties>
</file>